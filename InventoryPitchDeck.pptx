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0B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Pitch  ·  Version 1.0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Rwotomara Joshua Howard  |  Reg No: 2025/BCS/169/PS  |  May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Management System  |  v1.0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chaos is costly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54864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" y="152704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1527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15270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 Errors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3192" y="1947672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paper records lead to stock discrepancies, lost sales, and costly overstock.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141732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1417320"/>
            <a:ext cx="54864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3"/>
          <p:cNvSpPr/>
          <p:nvPr/>
        </p:nvSpPr>
        <p:spPr>
          <a:xfrm>
            <a:off x="4846320" y="152704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527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76088" y="15270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947672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cannot instantly know current stock levels, leading to poor purchasing decisions.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27432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743200"/>
            <a:ext cx="54864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3192" y="285292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28529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Data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" y="3273552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Supplier, customer, employee, and transaction data stored in silos — no single source of truth.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81728" y="274320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81728" y="2743200"/>
            <a:ext cx="54864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85292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852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76088" y="28529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Reporting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273552"/>
            <a:ext cx="3950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meaningful business insights requires hours of manual data consolidation.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28346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centralized, relational database system for total inventory control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60320" cy="3108960"/>
          </a:xfrm>
          <a:prstGeom prst="rect">
            <a:avLst/>
          </a:prstGeom>
          <a:solidFill>
            <a:srgbClr val="1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products, suppliers,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employees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in one MySQL DB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463040"/>
            <a:ext cx="2560320" cy="3108960"/>
          </a:xfrm>
          <a:prstGeom prst="rect">
            <a:avLst/>
          </a:prstGeom>
          <a:solidFill>
            <a:srgbClr val="1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46304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37560" y="22677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37560" y="2971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constraints, NOT NULL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UNIQUE rules guarantee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anomalies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2560320" cy="3108960"/>
          </a:xfrm>
          <a:prstGeom prst="rect">
            <a:avLst/>
          </a:prstGeom>
          <a:solidFill>
            <a:srgbClr val="10284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463040"/>
            <a:ext cx="256032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600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22677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access, backup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&amp; modular schema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growth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Management System  | 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04672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04672"/>
            <a:ext cx="54864" cy="14813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914400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5528" y="914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Stock Tracking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335024"/>
            <a:ext cx="2532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stock levels, product details, and reorder triggers.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45536" y="804672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45536" y="804672"/>
            <a:ext cx="54864" cy="14813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10128" y="914400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39896" y="914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Customer Mgmt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335024"/>
            <a:ext cx="2532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purchase orders and sales records tie every transaction to supplier or customer.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0760" y="804672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0760" y="804672"/>
            <a:ext cx="54864" cy="14813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Shape 18"/>
          <p:cNvSpPr/>
          <p:nvPr/>
        </p:nvSpPr>
        <p:spPr>
          <a:xfrm>
            <a:off x="6245352" y="914400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1" name="Text 19"/>
          <p:cNvSpPr/>
          <p:nvPr/>
        </p:nvSpPr>
        <p:spPr>
          <a:xfrm>
            <a:off x="6245352" y="914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75120" y="9144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&amp; Role Management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45352" y="1335024"/>
            <a:ext cx="2532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is accountable — linked to the employee who processed 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" y="2468880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2468880"/>
            <a:ext cx="54864" cy="14813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257860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2578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95528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Processing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2999232"/>
            <a:ext cx="2532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purchase &amp; sales lifecycle with TransactionItem line items and audit trail.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45536" y="2468880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45536" y="2468880"/>
            <a:ext cx="54864" cy="14813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2" name="Shape 30"/>
          <p:cNvSpPr/>
          <p:nvPr/>
        </p:nvSpPr>
        <p:spPr>
          <a:xfrm>
            <a:off x="3310128" y="257860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3" name="Text 31"/>
          <p:cNvSpPr/>
          <p:nvPr/>
        </p:nvSpPr>
        <p:spPr>
          <a:xfrm>
            <a:off x="3310128" y="2578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39896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10128" y="2999232"/>
            <a:ext cx="2532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employee &amp; read-only roles restrict access to sensitive data operations.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0760" y="2468880"/>
            <a:ext cx="2788920" cy="1481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2468880"/>
            <a:ext cx="54864" cy="14813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8" name="Shape 36"/>
          <p:cNvSpPr/>
          <p:nvPr/>
        </p:nvSpPr>
        <p:spPr>
          <a:xfrm>
            <a:off x="6245352" y="2578608"/>
            <a:ext cx="347472" cy="347472"/>
          </a:xfrm>
          <a:prstGeom prst="ellipse">
            <a:avLst/>
          </a:prstGeom>
          <a:solidFill>
            <a:srgbClr val="0D2137"/>
          </a:solidFill>
          <a:ln/>
        </p:spPr>
      </p:sp>
      <p:sp>
        <p:nvSpPr>
          <p:cNvPr id="39" name="Text 37"/>
          <p:cNvSpPr/>
          <p:nvPr/>
        </p:nvSpPr>
        <p:spPr>
          <a:xfrm>
            <a:off x="6245352" y="2578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5120" y="257860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45352" y="2999232"/>
            <a:ext cx="253288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SQL queries for stock reports, sales summaries &amp; supplier histories.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Management System  | 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83280" y="201168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201168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82880" y="22860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288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2880" y="36576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949440" y="9144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9144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49440" y="22860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6B7280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22860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949440" y="365760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3657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194560" y="1188720"/>
            <a:ext cx="2377440" cy="1152144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194560" y="2340864"/>
            <a:ext cx="2377440" cy="219456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194560" y="2340864"/>
            <a:ext cx="2377440" cy="1591056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572000" y="1188720"/>
            <a:ext cx="2377440" cy="1152144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0" y="2340864"/>
            <a:ext cx="2377440" cy="219456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2340864"/>
            <a:ext cx="2377440" cy="1636776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2880" y="4617720"/>
            <a:ext cx="8778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tables  ·  MySQL 8.x  ·  InnoDB engine  ·  FK-enforced referential integrity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Management System  | 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804672"/>
            <a:ext cx="196596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" y="804672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40280" y="804672"/>
            <a:ext cx="269748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80467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47488" y="804672"/>
            <a:ext cx="4160520" cy="384048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80467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64592" y="1234440"/>
            <a:ext cx="196596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" y="12344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Engine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40280" y="1234440"/>
            <a:ext cx="269748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2240280" y="1234440"/>
            <a:ext cx="269748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 (InnoDB)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47488" y="1234440"/>
            <a:ext cx="416052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5047488" y="1234440"/>
            <a:ext cx="41605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ACID-compliant, row-level locking, FK support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4592" y="1810512"/>
            <a:ext cx="1965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" y="18105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Modeling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40280" y="1810512"/>
            <a:ext cx="2697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240280" y="1810512"/>
            <a:ext cx="269748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7488" y="1810512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47488" y="1810512"/>
            <a:ext cx="41605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diagrams, schema visualization, query editor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2386584"/>
            <a:ext cx="196596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25" name="Text 23"/>
          <p:cNvSpPr/>
          <p:nvPr/>
        </p:nvSpPr>
        <p:spPr>
          <a:xfrm>
            <a:off x="164592" y="23865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40280" y="2386584"/>
            <a:ext cx="269748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27" name="Text 25"/>
          <p:cNvSpPr/>
          <p:nvPr/>
        </p:nvSpPr>
        <p:spPr>
          <a:xfrm>
            <a:off x="2240280" y="2386584"/>
            <a:ext cx="269748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47488" y="2386584"/>
            <a:ext cx="416052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29" name="Text 27"/>
          <p:cNvSpPr/>
          <p:nvPr/>
        </p:nvSpPr>
        <p:spPr>
          <a:xfrm>
            <a:off x="5047488" y="2386584"/>
            <a:ext cx="41605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script history, collaboration, backup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4592" y="2962656"/>
            <a:ext cx="1965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64592" y="2962656"/>
            <a:ext cx="19659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Language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40280" y="2962656"/>
            <a:ext cx="2697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240280" y="2962656"/>
            <a:ext cx="269748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(DDL + DML)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47488" y="2962656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47488" y="2962656"/>
            <a:ext cx="41605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creation, data manipulation, reporting queries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64592" y="3538728"/>
            <a:ext cx="196596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37" name="Text 35"/>
          <p:cNvSpPr/>
          <p:nvPr/>
        </p:nvSpPr>
        <p:spPr>
          <a:xfrm>
            <a:off x="164592" y="3538728"/>
            <a:ext cx="19659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Environment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40280" y="3538728"/>
            <a:ext cx="269748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39" name="Text 37"/>
          <p:cNvSpPr/>
          <p:nvPr/>
        </p:nvSpPr>
        <p:spPr>
          <a:xfrm>
            <a:off x="2240280" y="3538728"/>
            <a:ext cx="269748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(local server)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047488" y="3538728"/>
            <a:ext cx="4160520" cy="530352"/>
          </a:xfrm>
          <a:prstGeom prst="rect">
            <a:avLst/>
          </a:prstGeom>
          <a:solidFill>
            <a:srgbClr val="EEF6F8"/>
          </a:solidFill>
          <a:ln/>
        </p:spPr>
      </p:sp>
      <p:sp>
        <p:nvSpPr>
          <p:cNvPr id="41" name="Text 39"/>
          <p:cNvSpPr/>
          <p:nvPr/>
        </p:nvSpPr>
        <p:spPr>
          <a:xfrm>
            <a:off x="5047488" y="3538728"/>
            <a:ext cx="41605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server hosted locally; CLI + Workbench access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64592" y="4114800"/>
            <a:ext cx="196596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64592" y="4114800"/>
            <a:ext cx="196596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Engine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40280" y="4114800"/>
            <a:ext cx="269748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240280" y="4114800"/>
            <a:ext cx="269748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Pages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047488" y="4114800"/>
            <a:ext cx="4160520" cy="5303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5047488" y="4114800"/>
            <a:ext cx="4160520" cy="53035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Fixed-page storage; indexed PK/FK for fast access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Management System  | 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822960"/>
            <a:ext cx="1920240" cy="123444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229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01168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Database Tables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822960"/>
            <a:ext cx="1920240" cy="123444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331720" y="8229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331720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Platform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62272" y="822960"/>
            <a:ext cx="1920240" cy="123444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62272" y="8229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462272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SQL Script Files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01968" y="822960"/>
            <a:ext cx="1920240" cy="123444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01968" y="822960"/>
            <a:ext cx="1920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601968" y="9875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01968" y="15727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Schema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" y="2331720"/>
            <a:ext cx="4206240" cy="260604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233172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" y="285292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3NF normalization — no redundancy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/ FK referential integrity enforced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&amp; UNIQUE constraints system-wide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on Product_ID, Transaction_ID, Employee_ID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81728" y="2331720"/>
            <a:ext cx="4206240" cy="260604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81728" y="233172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818888" y="2423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18888" y="2852928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user roles: Admin · Employee · Read-Only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dump full backups (daily / weekly)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 ACID transactions guaranteed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scripts via Git + GitHub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8229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 Management System  |  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1168" y="777240"/>
            <a:ext cx="1993392" cy="411480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777240"/>
            <a:ext cx="199339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" y="89611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896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168" y="162763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" y="19019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Core DB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" y="23042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" y="263347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design &amp; ERD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schema.sql creation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&amp; constraint setup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414016" y="777240"/>
            <a:ext cx="1993392" cy="4114800"/>
          </a:xfrm>
          <a:prstGeom prst="rect">
            <a:avLst/>
          </a:prstGeom>
          <a:solidFill>
            <a:srgbClr val="EEF6F8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14016" y="777240"/>
            <a:ext cx="1993392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4"/>
          <p:cNvSpPr/>
          <p:nvPr/>
        </p:nvSpPr>
        <p:spPr>
          <a:xfrm>
            <a:off x="3090672" y="896112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090672" y="896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14016" y="162763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14016" y="19019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Queries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14016" y="23042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23744" y="263347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data.sql population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queries.sql library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indexing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26864" y="777240"/>
            <a:ext cx="1993392" cy="4114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777240"/>
            <a:ext cx="1993392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03520" y="896112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0" y="896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162763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26864" y="19019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Backup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26864" y="23042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Upcoming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36592" y="263347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user setup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scheduling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audit logging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39712" y="777240"/>
            <a:ext cx="1993392" cy="4114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839712" y="777240"/>
            <a:ext cx="1993392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7516368" y="896112"/>
            <a:ext cx="640080" cy="64008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3" name="Text 31"/>
          <p:cNvSpPr/>
          <p:nvPr/>
        </p:nvSpPr>
        <p:spPr>
          <a:xfrm>
            <a:off x="7516368" y="896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839712" y="1627632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39712" y="190195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Integration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39712" y="2304288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Upcoming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49440" y="2633472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desktop front-end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640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Matters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Eliminates manual tracking errors with a single, authoritative MySQL database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029968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Ensures complete accountability — every transaction tied to employee, supplier, or customer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642616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Designed for growth — modular schema supports future UI, API, and cloud integration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255264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Secure by design — role-based access and scheduled backups from day one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3977640"/>
            <a:ext cx="3657600" cy="56692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397764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This Together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" y="47731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Rwotomara Joshua Howard  ·  2025/BCS/169/PS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Inventory Stock Management System – Pitch Deck</dc:title>
  <dc:subject>PptxGenJS Presentation</dc:subject>
  <dc:creator>PptxGenJS</dc:creator>
  <cp:lastModifiedBy>PptxGenJS</cp:lastModifiedBy>
  <cp:revision>1</cp:revision>
  <dcterms:created xsi:type="dcterms:W3CDTF">2026-05-06T22:56:05Z</dcterms:created>
  <dcterms:modified xsi:type="dcterms:W3CDTF">2026-05-06T22:56:05Z</dcterms:modified>
</cp:coreProperties>
</file>