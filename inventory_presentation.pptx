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3AC46B-19F4-4416-B8A0-36F69E7037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95D2DC-FEB7-4571-9D56-270BD76D2C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C08BD56-EB53-4590-9AF3-63E73E06A99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5B8B0CA-6DD7-4BFE-B04E-1AEBA976C0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B1569DD-4EF9-4C07-886E-E111AF1B97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D135917-A8F6-4DC1-BF75-B93B3CD2DDB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C65491F-C189-4BDB-A73E-D2BBE6CBEFF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BE57734-E415-4164-8590-0B238FB282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D129EFD-D1CE-4E1C-AE7B-F6525A3D6A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AEF85B07-7E78-4065-95F1-A0ACE51ECDF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7820AD85-BEA7-4CFE-8F38-840288C5AE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73A4B4-6F90-4D67-ADF7-2530154DC6D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8384757-C73F-4254-A0B5-5EE7D9A800C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F7A6DD-1D22-4785-A132-AB0016530B1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373793" sy="35389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C51B7D4-0ED1-4ECF-B68E-74357B6DBF3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FA54F1-ECA9-4B37-B381-81FCFF6FABA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F2A2F7-A42A-419C-BF00-BD40947B146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A03E5A-E89A-47D5-94AF-34B27105D93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97E390-82E8-4E2A-A8FC-C72F6BAE300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E08FF40-3B5F-4F8D-96F5-765929AB82E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5462949-CEEA-4343-AE77-8A7CF5491CF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E1906BA-E88F-45A8-A716-1E5399D082F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Inventory Stock Management System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Database Project Presentation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Name: Rwotomara Joshua Howard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Course: Database Systems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Project Overview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 system to manage inventory, track stock, and record sales &amp; purchases using MySQL.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Objectives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Track products and stock levels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Manage suppliers and customers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Record transactions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Generate reports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Database Design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Entities: Product, Supplier, Customer, Employee, Role, Transactions, TransactionItem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Key Features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Stock tracking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Sales &amp; purchase recording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Role management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Reporting queries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Sample Queries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Low stock detection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Sales per day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Top products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Employee performance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Challenges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Handling foreign keys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Debugging SQL errors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Maintaining consistency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Future Improvements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Add triggers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Build frontend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Add authentication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API integration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Conclusion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System successfully manages inventory and provides useful insights.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2026-05-05T12:21:59Z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